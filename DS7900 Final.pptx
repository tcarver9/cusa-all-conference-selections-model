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7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8534E-6B9C-C01F-D777-B789FA12B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D522D-E1AF-E552-499E-4EDE6CCA4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518B5-2513-4F15-1C32-81FAF4B1A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93743-0652-4060-B11E-3CFAFA50EF9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61F88-4F05-4E15-1EBC-DD1F5E07A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E790B-ED4D-2AAD-33BC-6136BF57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797F-DD38-445B-B140-5B3A8DD53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8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B467B-27CD-D26A-395A-562FD22EA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73A9A-C3C9-A0AA-B53A-6244E3BF6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E434E-1045-91A1-2D83-C6FCC0178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93743-0652-4060-B11E-3CFAFA50EF9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D5E2B-5A7E-1072-D804-7E3C76CA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4F678-322D-CF7B-85FC-F50C33422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797F-DD38-445B-B140-5B3A8DD53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63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10479-4B7F-C344-2A7B-3CC1B8BC0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4F57-9972-EE69-D1D9-89356E26D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5B062-E396-56FD-DD8F-BD6FBD27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93743-0652-4060-B11E-3CFAFA50EF9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85F7C-A4D8-B07F-4E1F-E2CD3749F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BF95D-BEF3-1880-DAE1-82326324A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797F-DD38-445B-B140-5B3A8DD53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0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F2C04-D957-88D6-0A63-439110ECC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81901-44B6-B552-9414-D880B0E40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CFA07-53FC-35D3-0BE4-78BA426DF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F77E2-478A-A08F-F62B-3ECC32618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93743-0652-4060-B11E-3CFAFA50EF9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23A32-81C7-6CD2-094C-142190CA1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DC249-E756-AC91-CA06-34BE7FE7F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797F-DD38-445B-B140-5B3A8DD53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2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52BBD-47DF-97C7-BD52-59E005F35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1F681-9D66-EF7A-0448-7124EE5B8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05F66-D3D7-A389-4341-8D64B3DB7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4575E9-EEA3-4417-0110-0211511D7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CF7A22-0187-79BF-041D-16D435E194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0C449-CC3A-B455-21AF-C6BE1687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93743-0652-4060-B11E-3CFAFA50EF9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9973E7-4823-7F87-741A-A5E751A80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5D8441-3C5A-38E0-0397-3BF68633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797F-DD38-445B-B140-5B3A8DD53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38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15D52-CD5A-2470-2B5A-9CF42284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E7525B-CD58-55AF-220A-5504FE09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93743-0652-4060-B11E-3CFAFA50EF9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A4974B-E26F-8451-8DEB-D3D71BDD5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C8167-049F-41E4-FFB0-5433DA82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797F-DD38-445B-B140-5B3A8DD53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7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A8417-F3F9-7238-3FF0-F2718171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93743-0652-4060-B11E-3CFAFA50EF9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A84542-1877-2948-BC7F-445C22609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0A5E8-E5D7-44B7-B965-E1263FACD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797F-DD38-445B-B140-5B3A8DD53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219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C4BF-6E33-91C5-1C1F-AFD474D81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99587-2302-0CB8-D887-A3CAB386B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22D417-C237-B3BD-AE3C-6E362132B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07166-D213-018B-C80A-73465D848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93743-0652-4060-B11E-3CFAFA50EF9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C9161-0EF4-8B02-B916-ABF7EB300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ED294-DE6B-2364-42EE-3BCDB2F82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797F-DD38-445B-B140-5B3A8DD53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0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FD531-71B7-42E2-127C-2D94344A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8F6EB-FCD7-1B14-A6B4-528165408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8EA4B3-3CBC-981B-03FA-3CB643EC9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EC149-BF3B-116B-4A05-1F024976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93743-0652-4060-B11E-3CFAFA50EF9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D801F-09F9-9F33-8D20-E8793A0F7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767CF-13B7-A9B4-8D57-849F256DD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797F-DD38-445B-B140-5B3A8DD53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82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79586-C151-E02F-64A0-55322DE1E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FEE8D-0BFD-9CAB-834C-C38B0A51D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DE58C-0DD6-492B-CDAD-CA2841F8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93743-0652-4060-B11E-3CFAFA50EF9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DFC5A-8923-C117-52FC-DEDC4948B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3BF46-DC3B-5A2C-683B-61CBE62B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797F-DD38-445B-B140-5B3A8DD53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103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77034B-8AC9-1B4D-2D7B-F82051D7E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A00B5-2D9C-3394-4FCC-CE8593C5E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BEF5A-B4E6-2D4B-2908-B0B99F20B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93743-0652-4060-B11E-3CFAFA50EF9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C0EA5-7A39-4017-6C9E-74BB01167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334AF-1D69-EBAC-9A0E-545D48E4E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797F-DD38-445B-B140-5B3A8DD53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29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6307D6-99AC-9260-FA50-DA70DA3F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A276A-681A-FD46-C055-733232CC3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E6F63-376B-CCDB-953D-27D603D150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793743-0652-4060-B11E-3CFAFA50EF9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B4A8C-3B89-FC77-CD99-0C78FDF02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C865E-E6A7-E241-FFBA-ED1635D10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C2797F-DD38-445B-B140-5B3A8DD53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43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88CA9-DB68-D61A-DC2D-B28E537F49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0DA398-BFF3-C852-02F5-052161B2C8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9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Carver</dc:creator>
  <cp:lastModifiedBy>Tyler Carver</cp:lastModifiedBy>
  <cp:revision>1</cp:revision>
  <dcterms:created xsi:type="dcterms:W3CDTF">2026-07-23T13:02:36Z</dcterms:created>
  <dcterms:modified xsi:type="dcterms:W3CDTF">2026-07-23T13:02:39Z</dcterms:modified>
</cp:coreProperties>
</file>